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cari\OneDrive\Documents\Codex\abargon\outputs\bautista-smart-city-v2-review\qa-dark\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cari\OneDrive\Documents\Codex\abargon\outputs\bautista-smart-city-v2-review\qa-dark\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cari\OneDrive\Documents\Codex\abargon\outputs\bautista-smart-city-v2-review\qa-dark\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Ábargon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Bautista Smart City Narrative v2 - dark</dc:title>
  <dc:subject>Bautista Smart City Narrative v2 - dark</dc:subject>
  <dc:creator>Ábargon</dc:creator>
  <cp:lastModifiedBy>Ábargon</cp:lastModifiedBy>
  <cp:revision>1</cp:revision>
  <dcterms:created xsi:type="dcterms:W3CDTF">2026-05-22T20:05:32Z</dcterms:created>
  <dcterms:modified xsi:type="dcterms:W3CDTF">2026-05-22T20:05:32Z</dcterms:modified>
</cp:coreProperties>
</file>