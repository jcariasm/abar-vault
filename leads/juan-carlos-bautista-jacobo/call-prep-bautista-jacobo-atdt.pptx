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3040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 · VENTAS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Call Prep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8D8F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Juan Carlos Bautista Jacobo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 · Coordinación de Estrategia Digital Nacional → ATDT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3200400" cy="18288"/>
          </a:xfrm>
          <a:prstGeom prst="rect">
            <a:avLst/>
          </a:prstGeom>
          <a:solidFill>
            <a:srgbClr val="C8D8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 ·  Ábargon S.A. de C.V.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Juan Carlos Bautista Jacobo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146304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ACTUAL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Titular, Coordinación de Estrategia Digital Nacional — Presidencia de la República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hacia la nueva Agencia de Transformación Digital y Telecomunicaciones (ATDT)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749040" cy="146304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5727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LE IMPORTA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Digitalización de gobierno federal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Plataformas de participación ciudadana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Gobierno abierto y datos abiertos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Simplificar trámites, reducir corrupción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337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RELEVANTE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Dir. Coordinación Interinstitucional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 de Gobierno CDMX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54680" y="3794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3A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Coord. Gral. Proyectos e Innovación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 CDMX (Llave CDMX)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794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3A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2024–hoy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Titular Estrategia Digital Nacional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Presidencia → ATDT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Hablarle como arquitecto digital, no como funcionario de obras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749040" cy="283464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74904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LLAMADA 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conversación entre pares sobre infraestructura digital de gobierno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exploración de cómo nuestra plataforma podría ser un estándar federal replicable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oportunidad de entender las prioridades de la ATDT y dónde sumamos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charla donde escuchamos más que hablamos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749040" cy="283464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691640"/>
            <a:ext cx="3749040" cy="457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LLAMADA NO 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2402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pitch de venta de software a gobierno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presentación de 23 slides del PDF completo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propuesta para "tapar baches" — él no es de obras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oferta para un municipio — él es nivel federal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SÍ HACER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Lineamientos para la conversación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Posicionarse como socio tecnológico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"Llevamos años construyendo plataformas que digitalizan la relación gobierno-ciudadano" — no como proveedor buscando contrato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21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Hablar en su idioma: datos, IA, escalabilidad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Él piensa en infraestructura digital federal, no en cuadrillas de reparación. Enfatizar: datos geolocalizados, IA que prioriza, modelo replicable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136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Escuchar primero, proponer después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429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60% de la llamada debe ser descubrimiento. Preguntar por prioridades de la ATDT antes de mostrar cualquier cosa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Hacer la pregunta estratégica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343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"¿Existe la visión de un estándar nacional de gestión de servicios urbanos digitales?" — esto lo posiciona como aliado de su agenda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HACER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Errores que matan la llamada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20040" cy="3200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liderar con "Bache 24"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Fue un programa de la era Mancera. Él es de la era Sheinbaum/ADIP. Mencionarlo como ancla lo asocia con un gobierno anterior. Si él lo menciona, bien — pero nosotros no abrimos con eso.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20040" cy="3200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221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presentar el PDF completo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presentación está diseñada para presidentes municipales ("¡piloto en su municipio!"). Él es nivel federal. Usar solo las 3-4 pantallas de la plataforma como referencia visual, sin recorrer las 23 slides.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20040" cy="3200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136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hablar de "tapar baches" o servicios urbanos operativos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 carrera es digital: Llave CDMX, plataformas ciudadanas, gobierno abierto. No es el funcionario que coordina cuadrillas. Hablar de la plataforma como infraestructura digital, no como herramienta de campo.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320040" cy="3200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pedir una reunión con "el área de obras"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343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cierre correcto es pedir que nos conecte con el área de la ATDT que define estándares tecnológicos para municipios, no con operaciones urbanas.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PRESENTACIÓN PDF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"Transformando la Gestión Urbana" — qué usar y qué no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320040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374904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USAR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91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Slide 4 — Sistema Automatizado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IA + participación + evidencia geolocalizada. Traduce al lenguaje de infraestructura digital.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Slide 7 — El Sistema en 3 Pasos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Flujo completo sin detalle operativo. Claro y ejecutivo.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Slide 12 — Por Qué Funciona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Evidencia, IA, dashboard, costos. Los 4 pilares que conectan con transparencia.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Slide 20 — Dashboard Ejecutivo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KPIs, presupuesto, productividad. Habla a su perfil de toma de decisiones.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749040" cy="320040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63040"/>
            <a:ext cx="3749040" cy="457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45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291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Slides 1-3 — Problemática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Él ya conoce el problema. No necesita la explicación.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Slides 6, 8, 9 — Detalle operativo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App del censador, 8 servicios. Demasiado granular para nivel federal. Solo si pregunta.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Slide 10 — Caso Bache 24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Era Mancera, posible carga política. No liderar con esto. Solo si él pregunta.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Slide 13 — CTA municipal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"Piloto en su municipio" lo baja de nivel. Él diseña estándares federales.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LLAMADA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25–30 minutos · 4 bloques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320040"/>
          </a:xfrm>
          <a:prstGeom prst="rect">
            <a:avLst/>
          </a:prstGeom>
          <a:solidFill>
            <a:srgbClr val="C8D8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353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Posicionamiento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16733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Presentación breve de Ábargon como constructores de plataformas digitales de gobierno. SIN mencionar Bache 24. Pregunta abierta sobre la ATDT.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05840" cy="3200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Descubrimiento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0" y="25877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Escuchar. Prioridades de la ATDT. Relación federal-municipal. Uso de IA en gestión pública. Participación ciudadana digital.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100584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15–22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182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Demo ligera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3502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Mostrar 3-4 pantallas como caso de uso (slides 4, 7, 12, 20 del PDF). Enfatizar: datos desde el origen, IA que prioriza, modelo replicable.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05840" cy="320040"/>
          </a:xfrm>
          <a:prstGeom prst="rect">
            <a:avLst/>
          </a:prstGeom>
          <a:solidFill>
            <a:srgbClr val="C8D8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22–30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Cierre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28800" y="44165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Ofrecer documento de propuesta adaptado a nivel federal. Pedir conexión con el área de la ATDT que define estándares tecnológicos. Acordar siguiente paso concreto.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DESCUBRIMIENTO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que abren la conversación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261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¿Cuáles son las prioridades de la ATDT en plataformas de participación ciudadana y gestión de servicios digitales?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tema sin asumir. Deja que él defina el terreno.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¿La visión es que cada municipio tenga su plataforma, o buscan un estándar federal que se adopte localmente?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395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define si somos relevantes a nivel de infraestructura o de implementación.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61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¿Cómo están pensando el uso de IA en la gestión pública?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145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directamente con el core de nuestra plataforma.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5112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aprendizajes de ADIP y Llave CDMX están llevando al nivel federal?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895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habla a SU experiencia. Es un halago implícito y abre la puerta a que comparta su visión.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261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¿Existe apertura para modelos de colaboración público-privada en este espacio?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645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si hay ruta comercial real antes de invertir más tiempo.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ANCLA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164592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914400"/>
            <a:ext cx="54864" cy="1645920"/>
          </a:xfrm>
          <a:prstGeom prst="rect">
            <a:avLst/>
          </a:prstGeom>
          <a:solidFill>
            <a:srgbClr val="C8D8F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5156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"No venimos a hablar de baches — venimos porque creemos que la infraestructura digital para gestión urbana ya existe, la hemos construido, y lo que falta es que alguien con la visión federal la adopte como estándar. Eso es lo que la ATDT puede hacer."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IDEAL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3749040" cy="109728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520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"¿Tiene sentido que preparemos un documento de cómo esta plataforma podría funcionar como estándar replicable bajo el paraguas de la ATDT?"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383280"/>
            <a:ext cx="3749040" cy="109728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3520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Que nos conecte con el área operativa correcta dentro de la ATDT — la que define estándares tecnológicos para municipios.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Ábargon S.A. de C.V.  ·  Confidencial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Prep — Juan Carlos Bautista Jacobo (ATDT)</dc:title>
  <dc:subject>PptxGenJS Presentation</dc:subject>
  <dc:creator>Ábargon S.A. de C.V.</dc:creator>
  <cp:lastModifiedBy>Ábargon S.A. de C.V.</cp:lastModifiedBy>
  <cp:revision>1</cp:revision>
  <dcterms:created xsi:type="dcterms:W3CDTF">2026-05-22T02:22:33Z</dcterms:created>
  <dcterms:modified xsi:type="dcterms:W3CDTF">2026-05-22T02:22:33Z</dcterms:modified>
</cp:coreProperties>
</file>