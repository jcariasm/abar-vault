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8D8F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Ábargon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Transformación Digital de Gobierno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pública digital · Plataformas ciudadanas · Smart Cities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2743200" cy="18288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años de experiencia  ·  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Quiénes somos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606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Ábargon llega a gobierno desde la transformación digital operativa. Diseñamos y construimos sistemas que ayudan a las instituciones públicas a operar mejor.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Ventanilla única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digitales simplificados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Pagos y servicios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transaccionales seguras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Intranets y extranets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internos del gobierno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Tableros ejecutivos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toma de decisiones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97180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Arquitectura de información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Portales ciudadanos claros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971800"/>
            <a:ext cx="256032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Transferencia de conocimiento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sostenibles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251960"/>
            <a:ext cx="7680960" cy="18288"/>
          </a:xfrm>
          <a:prstGeom prst="rect">
            <a:avLst/>
          </a:prstGeom>
          <a:solidFill>
            <a:srgbClr val="D8D8E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 ·  CFE  ·  Infonavit  ·  SHF  ·  Nafinsa  ·  Pemex  ·  APEC México  ·  Presidencia  ·  SCT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Visión: ciudades inteligentes mexicanas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Construir una versión mexicana de ciudad inteligente, tomando lo mejor de cada referente: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9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Estonia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Interoperabilidad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gobierno que hablan entre sí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9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Singapur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Integración ciudadana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centrados en el usuario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9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Barcelona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Participación democrática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y co-creación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9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Helsinki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Inteligencia urbana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gestión en tiempo real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9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Medellín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Sensibilidad latina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adaptada al contexto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7680960" cy="18288"/>
          </a:xfrm>
          <a:prstGeom prst="rect">
            <a:avLst/>
          </a:prstGeom>
          <a:solidFill>
            <a:srgbClr val="D8D8E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 como laboratorio natural  ·  Monterrey como caso metropolitano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Portal de Gestión Ciudadana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 de control y resolución de servicios urbanos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15544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365760" cy="36576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Levantamiento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Censadores reportan incidencias con foto, GPS y timestamp en tiempo real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8E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560320" cy="15544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691640"/>
            <a:ext cx="365760" cy="36576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Análisis e 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plataforma procesa, prioriza y asigna órdenes de trabajo automáticamente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8E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560320" cy="15544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691640"/>
            <a:ext cx="365760" cy="365760"/>
          </a:xfrm>
          <a:prstGeom prst="ellipse">
            <a:avLst/>
          </a:prstGeom>
          <a:solidFill>
            <a:srgbClr val="1B6B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1719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Resolución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240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Cuadrillas reciben instrucciones precisas. Resultados medibles y documentados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 qué funciona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1828800" cy="9601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Evidencia geolocalizada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Rendición de cuentas real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88920" y="3794760"/>
            <a:ext cx="1828800" cy="9601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IA que prioriza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perdido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1828800" cy="9601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Dashboard público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ciudadana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794760"/>
            <a:ext cx="1828800" cy="9601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408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405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Costos en tiempo real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presupuesto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8D8F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Ábargon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Convirtamos visión en infraestructura digital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2743200" cy="18288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simples · Datos útiles · Participación trazable · Operación medible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abargon.com  ·  info@abargon.com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Ábargon — Transformación Digital de Gobierno</dc:title>
  <dc:subject>PptxGenJS Presentation</dc:subject>
  <dc:creator>Ábargon S.A. de C.V.</dc:creator>
  <cp:lastModifiedBy>Ábargon S.A. de C.V.</cp:lastModifiedBy>
  <cp:revision>1</cp:revision>
  <dcterms:created xsi:type="dcterms:W3CDTF">2026-05-27T21:47:53Z</dcterms:created>
  <dcterms:modified xsi:type="dcterms:W3CDTF">2026-05-27T21:47:53Z</dcterms:modified>
</cp:coreProperties>
</file>