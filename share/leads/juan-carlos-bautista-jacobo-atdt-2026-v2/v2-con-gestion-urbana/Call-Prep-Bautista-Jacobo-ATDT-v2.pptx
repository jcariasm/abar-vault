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0" cy="320040"/>
          </a:xfrm>
          <a:prstGeom prst="roundRect">
            <a:avLst>
              <a:gd name="adj" fmla="val 14286"/>
            </a:avLst>
          </a:prstGeom>
          <a:solidFill>
            <a:srgbClr val="3040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 · VENTAS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Call Prep v2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8D8F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Juan Carlos Bautista Jacobo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 · Coordinación de Estrategia Digital Nacional → ATDT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3200400" cy="18288"/>
          </a:xfrm>
          <a:prstGeom prst="rect">
            <a:avLst/>
          </a:prstGeom>
          <a:solidFill>
            <a:srgbClr val="C8D8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 ·  Ábargon S.A. de C.V.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Juan Carlos Bautista Jacobo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749040" cy="146304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727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ACTUAL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Titular, Coordinación de Estrategia Digital Nacional — Presidencia de la República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hacia la ATDT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749040" cy="146304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5727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LE IMPORTA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Digitalización de gobierno federal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Plataformas de participación ciudadana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Gobierno abierto y datos abiertos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Simplificar trámites, reducir corrupción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3375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RELEVANTE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Dir. Coordinación Interinstitucional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 de Gobierno CDMX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54680" y="3794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3A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Coord. Gral. Proyectos e Innovación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 CDMX (Llave CDMX)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3794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A3A4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2024–hoy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Titular Estrategia Digital Nacional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Presidencia → ATDT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Hablarle como arquitecto digital, no como funcionario de obras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749040" cy="283464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374904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LLAMADA 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conversación entre pares sobre infraestructura digital de gobierno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exploración de cómo nuestra plataforma podría ser un estándar federal replicable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oportunidad de entender las prioridades de la ATDT y dónde sumamos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charla donde escuchamos más que hablamos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749040" cy="283464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691640"/>
            <a:ext cx="3749040" cy="457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LLAMADA NO 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2402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pitch de venta de software a gobierno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presentación de 23 slides del PDF completo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propuesta para "tapar baches" — él no es de obras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oferta para un municipio — él es nivel federal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SÍ HACER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Lineamientos para la conversación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Posicionarse como socio tecnológico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"Llevamos años construyendo plataformas que digitalizan la relación gobierno-ciudadano" — no como proveedor buscando contrato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21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Hablar en su idioma: datos, IA, escalabilidad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Él piensa en infraestructura digital federal. Enfatizar: datos geolocalizados, IA que prioriza, modelo replicable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136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Escuchar primero, proponer después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429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60% de la llamada debe ser descubrimiento. Preguntar por prioridades de la ATDT antes de mostrar cualquier cosa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Hacer la pregunta estratégica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343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"¿Existe la visión de un estándar nacional de gestión de servicios urbanos digitales?" — aliado de su agenda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NO HACER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Errores que matan la llamada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20040" cy="3200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liderar con "Bache 24"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Era Mancera. Él es de Sheinbaum/ADIP. Si él lo menciona, bien — nosotros no abrimos con eso.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20040" cy="3200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221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presentar el PDF completo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Diseñado para municipios. Él es federal. Usar solo 3-4 pantallas como referencia visual.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20040" cy="3200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136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hablar de servicios urbanos operativos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429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 carrera es digital. Hablar de la plataforma como infraestructura digital, no herramienta de campo.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320040" cy="320040"/>
          </a:xfrm>
          <a:prstGeom prst="ellipse">
            <a:avLst/>
          </a:prstGeom>
          <a:solidFill>
            <a:srgbClr val="E5393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pedir reunión con "el área de obras"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343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Pedir conexión con el área de la ATDT que define estándares tecnológicos para municipios.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CLAVE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Portal de Gestión Ciudadana — cómo posicionarlo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128016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12801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Plataforma inteligente que digitaliza la gestión de servicios urbanos: censadores levantan incidencias con foto y GPS → IA prioriza y asigna órdenes de trabajo → cuadrillas resuelven con evidencia → dashboard ejecutivo en tiempo real. Operada exitosamente en CDMX.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749040" cy="169164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926080"/>
            <a:ext cx="3749040" cy="457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08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PRESENTARLO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Como ejemplo concreto de infraestructura digital para ciudades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Como prueba de que ya construimos lo que la ATDT necesita escalar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Como modelo replicable, no como producto terminado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8D8F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Usar slides 4, 7, 12, 20 del PDF original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749040" cy="169164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926080"/>
            <a:ext cx="3749040" cy="4572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1089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NO PRESENTARLO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3383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como "programa de baches"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como solución solo para un municipio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recorrer las 23 slides — solo 3 o 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asociar con era Mancera ni Bache 24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LLAMADA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25–30 minutos · 4 bloques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05840" cy="320040"/>
          </a:xfrm>
          <a:prstGeom prst="rect">
            <a:avLst/>
          </a:prstGeom>
          <a:solidFill>
            <a:srgbClr val="C8D8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353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Posicionamiento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16733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Ábargon como constructores de plataformas digitales de gobierno. Credenciales: IMSS, CFE, Infonavit, Pemex. Pregunta abierta sobre la ATDT.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05840" cy="3200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267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Descubrimiento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0" y="25877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Escuchar. Prioridades de la ATDT. Relación federal-municipal. Uso de IA en gestión pública. Visión de smart cities.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100584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15–22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1821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Demo ligera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35021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Mostrar 3-4 pantallas de Gestión Urbana (slides 4, 7, 12, 20). Enfatizar: datos desde el origen, IA que prioriza, modelo replicable.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05840" cy="320040"/>
          </a:xfrm>
          <a:prstGeom prst="rect">
            <a:avLst/>
          </a:prstGeom>
          <a:solidFill>
            <a:srgbClr val="C8D8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14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22–30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Cierre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28800" y="441655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Propuesta adaptada a nivel federal. Conexión con área de estándares tecnológicos de la ATDT. Siguiente paso concreto.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DESCUBRIMIENTO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que abren la conversación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261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¿Cuáles son las prioridades de la ATDT en plataformas de participación ciudadana?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tema sin asumir. Deja que él defina el terreno.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¿La visión es un estándar federal o cada municipio con su plataforma?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3957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si somos relevantes a nivel de infraestructura o de implementación.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61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¿Cómo están pensando el uso de IA en la gestión pública?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3145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con el core de nuestra plataforma.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5112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aprendizajes de ADIP y Llave CDMX llevan al nivel federal?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8953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a SU experiencia. Halago implícito.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2611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¿Existe apertura para colaboración público-privada?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645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ruta comercial real.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ANCLA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164592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914400"/>
            <a:ext cx="54864" cy="1645920"/>
          </a:xfrm>
          <a:prstGeom prst="rect">
            <a:avLst/>
          </a:prstGeom>
          <a:solidFill>
            <a:srgbClr val="C8D8F8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5156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"No venimos a hablar de baches — venimos porque creemos que la infraestructura digital para gestión urbana ya existe, la hemos construido, y lo que falta es que alguien con la visión federal la adopte como estándar. Eso es lo que la ATDT puede hacer."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IDEAL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3749040" cy="109728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520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"¿Tiene sentido que preparemos un documento de cómo esta plataforma podría funcionar como estándar replicable bajo el paraguas de la ATDT?"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383280"/>
            <a:ext cx="3749040" cy="1097280"/>
          </a:xfrm>
          <a:prstGeom prst="rect">
            <a:avLst/>
          </a:prstGeom>
          <a:solidFill>
            <a:srgbClr val="262A34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3520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Que nos conecte con el área operativa correcta dentro de la ATDT — la que define estándares tecnológicos para municipios.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Ábargon S.A. de C.V.  ·  Confidencial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Prep — Juan Carlos Bautista Jacobo (ATDT) v2</dc:title>
  <dc:subject>PptxGenJS Presentation</dc:subject>
  <dc:creator>Ábargon S.A. de C.V.</dc:creator>
  <cp:lastModifiedBy>Ábargon S.A. de C.V.</cp:lastModifiedBy>
  <cp:revision>1</cp:revision>
  <dcterms:created xsi:type="dcterms:W3CDTF">2026-05-27T21:47:53Z</dcterms:created>
  <dcterms:modified xsi:type="dcterms:W3CDTF">2026-05-27T21:47:53Z</dcterms:modified>
</cp:coreProperties>
</file>